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2" r:id="rId14"/>
    <p:sldId id="271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outlineViewPr>
    <p:cViewPr>
      <p:scale>
        <a:sx n="33" d="100"/>
        <a:sy n="33" d="100"/>
      </p:scale>
      <p:origin x="0" y="-215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3C09-4111-42DA-B3A2-5E137BDC14F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BB3D5-1A88-4656-A287-D8BB2923F53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446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BB3D5-1A88-4656-A287-D8BB2923F53B}" type="slidenum">
              <a:rPr lang="es-419" smtClean="0"/>
              <a:t>16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468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F761F-04DC-996B-C884-47641D72E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D3BD55-50FB-CFCA-5536-9B35B5EB6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0073EE-F857-39A1-374B-AC0FA6099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98534F-395A-EFA3-17ED-636FC2B7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3D402F-2C24-4640-9926-ADCCBA5E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2209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4E58F-E5A0-246E-93E4-11678E07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A77D05-FCD6-F930-ED9A-A7328D7DC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5928E0-2031-DCE1-D4A6-A068252A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72798F-3068-DE2F-8F88-D5C43CDA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B4C4F-CB34-179F-7308-482EF0DC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699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0B7E0-5B98-E04F-0D4E-7FAABF80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BB1933-138E-0A2A-6956-88BFC18D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B62DD-FA97-C37B-C554-755BF436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B8BBA-B8F8-070E-66B1-12EBF952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FAB52A-2782-60A0-3B79-6563E5AE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458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E4C8A-1E4C-E0E3-C197-9E1DA2F6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BD835-2CF7-A913-AF96-A14090661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661152-5453-8365-CB9C-12CBA6AD4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AB0470-968C-2226-4861-07C95690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60B012-13CA-94AE-23AE-25A85A6E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D9AB91-4F03-8BBD-7677-F475CA08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8730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23B24-F522-50A4-47BE-D34363C2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71157-F7F6-E112-6BB0-214546CA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367031-A0CF-5534-7AE0-1EFD3402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9B1426-456A-2816-716A-9DB3EF84C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29E07D0-4332-09EC-BBC1-6916F338E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8A856-8184-5A88-6424-D2BC5E6E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C6799F-F094-B0B9-9979-34380246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5A437D-F137-C64E-D574-447A84D8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450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DCBE1-C805-3B3B-3FD9-050FF385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1BE8ED-135A-A731-6531-470D1CBF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A3440A-2C74-F842-EA92-D20BACDA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25D61B-CCDA-DBB3-282C-3ADBFAC9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8167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660516-3AF5-1CD1-3F52-F72C57C5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A1AEA4-2757-2183-3C72-0B9E0AD1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FB34DE-F344-22B4-75A7-17277C7B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287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49E7A-1831-64F1-7763-F4186593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A32D34-48E1-D848-6F9B-86C3DB03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78CABD-A590-9EAE-B31A-418B5D1C2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A01F3D-8078-B07B-2C3F-DFB3163B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4D09F-EC05-373C-0077-2E23490C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933130-83F0-F7AF-3B28-A9DF1785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206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B4928-871E-72B4-77AA-860CA45F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E6DA24-23B6-C363-E9F9-4FA3256B7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D628A5-E96B-0617-9C2B-3E2C55FE4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E2FBA4-51A6-786A-D6A4-73C00056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FBD71-17B6-E87F-A7C2-D1EF00B6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48D9BA-0F98-89C2-3630-9A167076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6982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64466-6666-54C2-B3D6-3B1B0985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C5F74F-0663-46CD-918C-5606EF3BA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F95D01-8B3A-A63A-D362-904D2E74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24302-6D39-F59C-2D23-6DCDC70C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F9C95-F0B4-2912-65D6-D6143574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91181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25560D-410F-20D0-8903-8B7B2C5E5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4D4832-41B6-45E4-09EC-470A2DDB8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6D304-D0E4-A836-0D84-D84DFA68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A3905D-7EC4-F690-AAAB-4A27F6A1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55333A-8A78-558A-A65A-B6917541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6680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0936BE-55F6-045B-2830-E4612629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1E5488-4935-0A6E-E623-EC5008BB8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AA42AF-E4D8-0B13-0B79-4A45F3883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24C56-8C64-4FC2-9E26-30E4721A27DE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8EC5C8-E67F-BC85-DF65-99D9827E5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E1E081-3BAB-F6C8-0667-3331CB776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80BC7-9374-4FC3-AB62-AA4FC05D5E2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86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2F77E-85AF-B71F-9439-C48E73CCA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Formularios Tutorías 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B3958B-47B3-A5F7-9BAE-3896AE4691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¿Cómo funciona la pagina “Tutorías”?</a:t>
            </a:r>
          </a:p>
          <a:p>
            <a:endParaRPr lang="es-MX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Francisco Gerardo Salinas Mendoza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88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D4CA5-40B5-D3F0-F5F3-79BF57C8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¿Qué es “Formularios Tutorías”?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0B56EF-FB66-7CB3-3E0F-2E0A6E4C1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Contexto: Hay escuelas en México que tienen un sistema de tutorías internas, que sirve para tener un contexto social, familiar y escolar de cada estudiante de nuevo ingreso y de esta forma abordar cualquier dificultad con el contexto requerido. </a:t>
            </a:r>
          </a:p>
          <a:p>
            <a:r>
              <a:rPr lang="es-MX" dirty="0"/>
              <a:t>Problema: La cantidad de estudiantes es tan grande que el proceso se hace lento e ineficiente, gastando grandes cantidades de papel.</a:t>
            </a:r>
          </a:p>
          <a:p>
            <a:r>
              <a:rPr lang="es-MX" dirty="0"/>
              <a:t>Solución: “Formularios Tutorías” se presenta como la alternativa digital a este problema, de forma que se pueda crear una conexión más eficiente entre alumnos, tutores y personal administrativo, contando con una bien diseñada base de datos de forma que los formularios de las tutorías puedan ser llenados ágilmente.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060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560E5-EF76-05EA-1E64-248CF5FB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Roles de usuario.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40CB8E-7388-A3EE-7C82-17740A68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>
                <a:highlight>
                  <a:srgbClr val="FFFF00"/>
                </a:highlight>
              </a:rPr>
              <a:t>Estudiante</a:t>
            </a:r>
            <a:r>
              <a:rPr lang="es-MX" dirty="0"/>
              <a:t>: Tiene 2 funciones, la principal es llenar los formularios y checar la fecha de la próxima reunión con su tutor. </a:t>
            </a:r>
          </a:p>
          <a:p>
            <a:r>
              <a:rPr lang="es-MX" dirty="0">
                <a:highlight>
                  <a:srgbClr val="00FFFF"/>
                </a:highlight>
              </a:rPr>
              <a:t>Tutor</a:t>
            </a:r>
            <a:r>
              <a:rPr lang="es-MX" dirty="0"/>
              <a:t>: Cumple la función de revisar que estudiantes faltan (y cuanto les falta) por llenar los formularios, puede ver las respuestas y descargar PDF con todos los formularios respondidos por los estudiantes.</a:t>
            </a:r>
          </a:p>
          <a:p>
            <a:r>
              <a:rPr lang="es-MX" dirty="0">
                <a:highlight>
                  <a:srgbClr val="00FF00"/>
                </a:highlight>
              </a:rPr>
              <a:t>Administrador</a:t>
            </a:r>
            <a:r>
              <a:rPr lang="es-MX" dirty="0"/>
              <a:t>: Tiene las funciones del Tutor pero con poder de editar los datos de los usuarios y asignarle a cada estudiante un tutor.</a:t>
            </a:r>
            <a:endParaRPr lang="es-419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6C5299-EFA6-C7D4-9B33-319A56751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Los roles de usuario que usaremos en “Formularios </a:t>
            </a:r>
            <a:r>
              <a:rPr lang="es-MX" dirty="0" err="1"/>
              <a:t>Tutorias</a:t>
            </a:r>
            <a:r>
              <a:rPr lang="es-MX" dirty="0"/>
              <a:t>” son Estudiante, Tutor y Administrador.</a:t>
            </a:r>
          </a:p>
          <a:p>
            <a:r>
              <a:rPr lang="es-MX" dirty="0"/>
              <a:t>Cada rol tiene sus propias características.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2284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DF50F-0693-4C59-8117-F11BAA8D9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Punto de vista del Estudiante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BA2F1-16F0-EA05-27A4-B3E0DD91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56622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95AB1-A896-37FA-2DE9-C84FD8F2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Sección Formularios del lado de estudiante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9E95970-B7F1-C5F3-6916-81C048E10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47912"/>
            <a:ext cx="6172200" cy="3752651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D98F8-2164-F4DA-E958-4E17C4DD0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En esta sección el estudiante podrá ver los formularios que le han sido asignados, los formularios se irán tonando verde conforme los vaya contestando. </a:t>
            </a:r>
          </a:p>
          <a:p>
            <a:r>
              <a:rPr lang="es-MX" dirty="0"/>
              <a:t>Tanto el tutor asignado como los administradores podrán ver cada respuesta que vaya haciendo cada estudiante.</a:t>
            </a:r>
          </a:p>
          <a:p>
            <a:r>
              <a:rPr lang="es-MX" dirty="0"/>
              <a:t>Para contestar un formulario deberá elegir el formulario dando </a:t>
            </a:r>
            <a:r>
              <a:rPr lang="es-MX" dirty="0" err="1"/>
              <a:t>click</a:t>
            </a:r>
            <a:r>
              <a:rPr lang="es-MX" dirty="0"/>
              <a:t> en “Responder”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3151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DB5AD-1781-7BA3-A574-7AA3E991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Llenado de Formularios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2A15C-39AF-7F94-2398-F76A1E675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Dentro dará </a:t>
            </a:r>
            <a:r>
              <a:rPr lang="es-MX" dirty="0" err="1"/>
              <a:t>click</a:t>
            </a:r>
            <a:r>
              <a:rPr lang="es-MX" dirty="0"/>
              <a:t> en “Enviar Respuestas”</a:t>
            </a:r>
            <a:endParaRPr lang="es-419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BF6B9C-E265-78F9-7141-94824D99B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Vera como se van tornando verde los formularios contestados</a:t>
            </a:r>
            <a:endParaRPr lang="es-419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C922FC2-4607-AE0A-9D43-8027ECEF5A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2887438"/>
            <a:ext cx="5183188" cy="2919862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37832E82-3822-4E02-2B1C-727CBA0122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890198"/>
            <a:ext cx="5157787" cy="291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6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84EC-FAB8-4530-7D0D-259665D0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9081E-C9A1-77F8-92EE-B4529A11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Punto de vista del Tutor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A9A257-1A3F-54EA-499C-07C495954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5643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D825-068D-C2E0-99D7-4AECD94E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E03FE-E666-BC5C-1630-5CF3C8A2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Sección Gestión de Alumnos del lado de tutor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1E81EC-DF15-362C-CDD3-9B1C84A6C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Una vez que un tutor inicia sesión y va al apartado de Pupilos podrá ver todos los alumnos que tiene asignado, de los cuales con un </a:t>
            </a:r>
            <a:r>
              <a:rPr lang="es-MX" dirty="0" err="1"/>
              <a:t>click</a:t>
            </a:r>
            <a:r>
              <a:rPr lang="es-MX" dirty="0"/>
              <a:t> podrá ver el avance en cuanto a los formularios que va contestando cada alumno o descargar directamente el PDF del alumno con los formularios que ya tenga contestado al momento.</a:t>
            </a:r>
            <a:endParaRPr lang="es-419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B64A42D-30EE-9694-0FE7-D1BD7F7B8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098944"/>
            <a:ext cx="6172200" cy="26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3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D917-B42B-8BC9-C6E0-4AB66003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5A7A0-D798-D8D0-F5EB-51E972A3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Llenado de Formularios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A37C91-CA57-EA05-47F7-4F1E921AD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Vista de los formularios que lleva un estudiante en particular, al dar </a:t>
            </a:r>
            <a:r>
              <a:rPr lang="es-MX" dirty="0" err="1"/>
              <a:t>click</a:t>
            </a:r>
            <a:r>
              <a:rPr lang="es-MX" dirty="0"/>
              <a:t> en “Ver Respuestas” se mostrara la lista de cada respuesta del formulario</a:t>
            </a:r>
            <a:endParaRPr lang="es-419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9DEE48-B0BB-7A3A-3183-747A8B1D5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Vista de las respuestas del estudiante.</a:t>
            </a:r>
            <a:endParaRPr lang="es-419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EA298EC6-D335-0926-F943-F9896F4AE8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904866"/>
            <a:ext cx="5157787" cy="2885006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6D8A7654-84BF-ADC5-7160-F96DD72D876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934553"/>
            <a:ext cx="5183188" cy="282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3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C95CF-7A9F-1E21-D1C0-07860245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Ejemplo PDF de los Formularios de un estudiante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A5AB9D91-8A90-C53B-4083-A743C9E93F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02357"/>
            <a:ext cx="5181600" cy="3397873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EB13A33-F926-FD54-1DD8-91AD59C1BE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93977"/>
            <a:ext cx="5181600" cy="36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3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8608-6CF2-C3D9-30D9-07A1C02DD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3F632-0DFA-DC04-F57B-279CAF5F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Punto de vista del Administrador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11780-EDBA-F4EE-B8AD-A01CDE59F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7066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DB25-99FA-A6C7-DF35-9263E3B5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E3CC3-3666-A1EC-D1F4-96FB2A13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Sección Gestión de Usuarios del lado de tutor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D6AB88-EA2C-4E7E-CDF2-F816C6FCB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Administrador tiene algunas vistas similares a Tutor, por ejemplo puede ver también como van los alumnos llenando los formularios a través de “Gestión de Alumnos” pero tiene el Administrador principalmente tiene “Gestión de Usuarios” donde al botón de Usuarios, y “Gestión de Formularios” al darle </a:t>
            </a:r>
            <a:r>
              <a:rPr lang="es-MX" dirty="0" err="1"/>
              <a:t>click</a:t>
            </a:r>
            <a:r>
              <a:rPr lang="es-MX" dirty="0"/>
              <a:t> a Formularios en la barra de la izquierda.</a:t>
            </a:r>
            <a:endParaRPr lang="es-419" dirty="0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4EA0F0B7-5907-E696-251F-9FCE46CCF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787639"/>
            <a:ext cx="6172200" cy="327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66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987FE-3296-2ACD-65B2-9FB85F8D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Vista de Administrador: crear y editar Usuario 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6BE444-9A52-EC8E-2C7F-4359F023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Crear usuario llenando cada input para darle </a:t>
            </a:r>
            <a:r>
              <a:rPr lang="es-MX" dirty="0" err="1"/>
              <a:t>click</a:t>
            </a:r>
            <a:r>
              <a:rPr lang="es-MX" dirty="0"/>
              <a:t> a crear</a:t>
            </a:r>
            <a:endParaRPr lang="es-419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D9CB5D-CD6B-2CB4-B000-EEAD8AA20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Editar cada input del usuario y darle </a:t>
            </a:r>
            <a:r>
              <a:rPr lang="es-MX" dirty="0" err="1"/>
              <a:t>click</a:t>
            </a:r>
            <a:r>
              <a:rPr lang="es-MX" dirty="0"/>
              <a:t> a actualizar</a:t>
            </a:r>
            <a:endParaRPr lang="es-419" dirty="0"/>
          </a:p>
        </p:txBody>
      </p:sp>
      <p:pic>
        <p:nvPicPr>
          <p:cNvPr id="13" name="Marcador de contenido 5">
            <a:extLst>
              <a:ext uri="{FF2B5EF4-FFF2-40B4-BE49-F238E27FC236}">
                <a16:creationId xmlns:a16="http://schemas.microsoft.com/office/drawing/2014/main" id="{98FBA3CE-024C-9AC2-CB7D-785A518E7A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89410" y="2505075"/>
            <a:ext cx="4258543" cy="3684588"/>
          </a:xfrm>
          <a:prstGeom prst="rect">
            <a:avLst/>
          </a:prstGeom>
        </p:spPr>
      </p:pic>
      <p:pic>
        <p:nvPicPr>
          <p:cNvPr id="14" name="Marcador de contenido 7">
            <a:extLst>
              <a:ext uri="{FF2B5EF4-FFF2-40B4-BE49-F238E27FC236}">
                <a16:creationId xmlns:a16="http://schemas.microsoft.com/office/drawing/2014/main" id="{A171C786-5F6D-A4FB-3025-657CC84949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62603" y="2505075"/>
            <a:ext cx="3802381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26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A8C58-3FD0-16FF-831F-278803C6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Gestión de Formularios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B82B9F-35B9-B55F-0990-DB3EE9237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Vista desde donde uno puede crear, editar, eliminar formularios.</a:t>
            </a:r>
            <a:endParaRPr lang="es-419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4B0A85C-F04A-820D-4650-46CAF213EC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80051"/>
            <a:ext cx="5157787" cy="3134635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653444-5BAF-60D1-41D0-BC6B3EFD5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MX" dirty="0"/>
              <a:t>Vista desde donde se puede crear, editar o eliminar preguntas.</a:t>
            </a:r>
            <a:endParaRPr lang="es-419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A1001AE1-E030-BB9B-FD73-18BEB162A65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03577" y="2505075"/>
            <a:ext cx="4720434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62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02C2-9EDD-2E9F-FC75-4562791F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11910-84FA-F559-4DD7-E3457D2C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 de datos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025D38-D070-0940-BD90-84C81B234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809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4D932-8BE2-1BFB-3118-9F526B63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Diagrama Entidad relación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6E6237F9-D6B5-D140-5A8D-C2C6CD986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2" t="23276" r="419" b="23969"/>
          <a:stretch>
            <a:fillRect/>
          </a:stretch>
        </p:blipFill>
        <p:spPr>
          <a:xfrm>
            <a:off x="2624137" y="1811336"/>
            <a:ext cx="6943726" cy="441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4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B7C3-BA0E-4EF6-0EB7-D178F42D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14D31-5FB0-0D6B-20E6-679B25D2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¿Quieres probar la pagina?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0220F6-C785-F635-ABFB-34F841F5C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72947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58A10-D4BF-FFB1-77C9-0159B0CD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Lista de usuarios de prueba para iniciar sesión. </a:t>
            </a:r>
            <a:endParaRPr lang="es-41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0A58F2-9B1A-1C4D-3136-3FE9F1B33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419" dirty="0">
                <a:highlight>
                  <a:srgbClr val="00FF00"/>
                </a:highlight>
              </a:rPr>
              <a:t>Usuario Administrador</a:t>
            </a:r>
          </a:p>
          <a:p>
            <a:r>
              <a:rPr lang="es-419" dirty="0"/>
              <a:t>admin@user.com</a:t>
            </a:r>
          </a:p>
          <a:p>
            <a:pPr marL="0" indent="0">
              <a:buNone/>
            </a:pPr>
            <a:r>
              <a:rPr lang="es-419">
                <a:highlight>
                  <a:srgbClr val="00FFFF"/>
                </a:highlight>
              </a:rPr>
              <a:t>Usuario </a:t>
            </a:r>
            <a:r>
              <a:rPr lang="es-419" dirty="0">
                <a:highlight>
                  <a:srgbClr val="00FFFF"/>
                </a:highlight>
              </a:rPr>
              <a:t>Tutor</a:t>
            </a:r>
          </a:p>
          <a:p>
            <a:r>
              <a:rPr lang="es-419" dirty="0"/>
              <a:t>alan@user.com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</a:rPr>
              <a:t>Usuarios Alumnos asignados a </a:t>
            </a:r>
            <a:r>
              <a:rPr lang="es-419" dirty="0" err="1">
                <a:highlight>
                  <a:srgbClr val="FFFF00"/>
                </a:highlight>
              </a:rPr>
              <a:t>alan</a:t>
            </a:r>
            <a:endParaRPr lang="es-419" dirty="0">
              <a:highlight>
                <a:srgbClr val="FFFF00"/>
              </a:highlight>
            </a:endParaRPr>
          </a:p>
          <a:p>
            <a:r>
              <a:rPr lang="es-419" dirty="0"/>
              <a:t>francisco@user.com</a:t>
            </a:r>
          </a:p>
          <a:p>
            <a:r>
              <a:rPr lang="es-419" dirty="0"/>
              <a:t>alina@user.com</a:t>
            </a:r>
          </a:p>
          <a:p>
            <a:r>
              <a:rPr lang="es-419" dirty="0"/>
              <a:t>linus@user.com</a:t>
            </a:r>
          </a:p>
          <a:p>
            <a:r>
              <a:rPr lang="es-419" dirty="0"/>
              <a:t>steam@user.com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Todos usan contraseña: </a:t>
            </a:r>
            <a:r>
              <a:rPr lang="es-419" dirty="0" err="1"/>
              <a:t>password</a:t>
            </a:r>
            <a:endParaRPr lang="es-419" dirty="0"/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5099074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661</Words>
  <Application>Microsoft Office PowerPoint</Application>
  <PresentationFormat>Panorámica</PresentationFormat>
  <Paragraphs>54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Cascadia Code</vt:lpstr>
      <vt:lpstr>Tema de Office</vt:lpstr>
      <vt:lpstr>Formularios Tutorías </vt:lpstr>
      <vt:lpstr>¿Qué es “Formularios Tutorías”?</vt:lpstr>
      <vt:lpstr>Roles de usuario.</vt:lpstr>
      <vt:lpstr>Punto de vista del Estudiante</vt:lpstr>
      <vt:lpstr>Sección Formularios del lado de estudiante</vt:lpstr>
      <vt:lpstr>Llenado de Formularios</vt:lpstr>
      <vt:lpstr>Punto de vista del Tutor</vt:lpstr>
      <vt:lpstr>Sección Gestión de Alumnos del lado de tutor</vt:lpstr>
      <vt:lpstr>Llenado de Formularios</vt:lpstr>
      <vt:lpstr>Ejemplo PDF de los Formularios de un estudiante</vt:lpstr>
      <vt:lpstr>Punto de vista del Administrador</vt:lpstr>
      <vt:lpstr>Sección Gestión de Usuarios del lado de tutor</vt:lpstr>
      <vt:lpstr>Vista de Administrador: crear y editar Usuario </vt:lpstr>
      <vt:lpstr>Gestión de Formularios</vt:lpstr>
      <vt:lpstr>Base de datos</vt:lpstr>
      <vt:lpstr>Diagrama Entidad relación</vt:lpstr>
      <vt:lpstr>¿Quieres probar la pagina?</vt:lpstr>
      <vt:lpstr>Lista de usuarios de prueba para iniciar sesión.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FFF</dc:creator>
  <cp:lastModifiedBy>Francisco FFF</cp:lastModifiedBy>
  <cp:revision>6</cp:revision>
  <dcterms:created xsi:type="dcterms:W3CDTF">2026-04-30T00:13:56Z</dcterms:created>
  <dcterms:modified xsi:type="dcterms:W3CDTF">2026-04-30T17:26:52Z</dcterms:modified>
</cp:coreProperties>
</file>